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274320"/>
            <a:ext cx="64008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1. Navigation Bar</a:t>
            </a:r>
          </a:p>
        </p:txBody>
      </p:sp>
      <p:sp>
        <p:nvSpPr>
          <p:cNvPr id="3" name="Down Arrow 2"/>
          <p:cNvSpPr/>
          <p:nvPr/>
        </p:nvSpPr>
        <p:spPr>
          <a:xfrm>
            <a:off x="3840480" y="658368"/>
            <a:ext cx="457200" cy="16459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777240"/>
            <a:ext cx="64008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2. Hero Section (Free Trial Booking)</a:t>
            </a:r>
          </a:p>
        </p:txBody>
      </p:sp>
      <p:sp>
        <p:nvSpPr>
          <p:cNvPr id="5" name="Down Arrow 4"/>
          <p:cNvSpPr/>
          <p:nvPr/>
        </p:nvSpPr>
        <p:spPr>
          <a:xfrm>
            <a:off x="3840480" y="1161288"/>
            <a:ext cx="457200" cy="16459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280160"/>
            <a:ext cx="64008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3. Experience You'll Get</a:t>
            </a:r>
          </a:p>
        </p:txBody>
      </p:sp>
      <p:sp>
        <p:nvSpPr>
          <p:cNvPr id="7" name="Down Arrow 6"/>
          <p:cNvSpPr/>
          <p:nvPr/>
        </p:nvSpPr>
        <p:spPr>
          <a:xfrm>
            <a:off x="3840480" y="1664208"/>
            <a:ext cx="457200" cy="16459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783080"/>
            <a:ext cx="64008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4. Why Choose Us / Specialists</a:t>
            </a:r>
          </a:p>
        </p:txBody>
      </p:sp>
      <p:sp>
        <p:nvSpPr>
          <p:cNvPr id="9" name="Down Arrow 8"/>
          <p:cNvSpPr/>
          <p:nvPr/>
        </p:nvSpPr>
        <p:spPr>
          <a:xfrm>
            <a:off x="3840480" y="2167128"/>
            <a:ext cx="457200" cy="16459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2286000"/>
            <a:ext cx="64008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5. Our Services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840480" y="2670048"/>
            <a:ext cx="457200" cy="16459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2788920"/>
            <a:ext cx="64008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6. How It Works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840480" y="3172968"/>
            <a:ext cx="457200" cy="16459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3291840"/>
            <a:ext cx="64008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7. Meet Your Therapist / Team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840480" y="3675888"/>
            <a:ext cx="457200" cy="16459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97280" y="3794760"/>
            <a:ext cx="64008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8. Pricing Plans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840480" y="4178808"/>
            <a:ext cx="457200" cy="16459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4297680"/>
            <a:ext cx="64008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9. Free Trial Offer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840480" y="4681728"/>
            <a:ext cx="457200" cy="16459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7280" y="4800600"/>
            <a:ext cx="64008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10. Client Reviews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840480" y="5184648"/>
            <a:ext cx="457200" cy="16459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97280" y="5303520"/>
            <a:ext cx="64008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11. FAQs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3840480" y="5687568"/>
            <a:ext cx="457200" cy="16459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5806440"/>
            <a:ext cx="64008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12. Footer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